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9099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CIS2026\imagenes\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64008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783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Despliegue a Produccion del Portal CIS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097280" y="2697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6B728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 desarrollo local a plataforma online en Railway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Proyecto CIS Madrid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Curso 2025-2026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CIS2026\imagenes\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64008"/>
            <a:ext cx="694944" cy="6949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66956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 Objetivo del Proyecto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2942470"/>
            <a:ext cx="10424160" cy="14138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Construir una plataforma web para familias, profesionales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administración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Pasar de entorno local a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producción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accesible por Internet.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Asegurar funcionamiento estable, persistencia de datos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seguridad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básica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Demostrar un flujo real de despliegue end-to-end.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CIS2026\imagenes\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64008"/>
            <a:ext cx="694944" cy="69494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76CF7C15-27A5-9E0A-A707-140010E22CEB}"/>
              </a:ext>
            </a:extLst>
          </p:cNvPr>
          <p:cNvSpPr/>
          <p:nvPr/>
        </p:nvSpPr>
        <p:spPr>
          <a:xfrm>
            <a:off x="914400" y="2166956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Tecnologías</a:t>
            </a:r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utilizadas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2F52929-4C56-C4BC-8AE9-4BD1226F0C13}"/>
              </a:ext>
            </a:extLst>
          </p:cNvPr>
          <p:cNvSpPr/>
          <p:nvPr/>
        </p:nvSpPr>
        <p:spPr>
          <a:xfrm>
            <a:off x="914400" y="2942470"/>
            <a:ext cx="10424160" cy="2562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Frontend: HTML5, CSS3 y JavaScript (Vanilla JS).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Backend: Node.js con Express (API REST).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Base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datos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: MySQL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relacional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Email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transaccional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: Brevo API (HTTP).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Control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versiones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: Git y GitHub.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Despliegue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: Railway (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servicio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web + MySQL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gestionado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).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CIS2026\imagenes\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64008"/>
            <a:ext cx="694944" cy="694944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16D6755E-A493-5BD0-A2CC-0460C041567D}"/>
              </a:ext>
            </a:extLst>
          </p:cNvPr>
          <p:cNvSpPr/>
          <p:nvPr/>
        </p:nvSpPr>
        <p:spPr>
          <a:xfrm>
            <a:off x="914400" y="2166956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Arquitectura</a:t>
            </a:r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la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solución</a:t>
            </a:r>
            <a:endParaRPr lang="en-US" sz="22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7E94DF3-729F-DBFD-D4E1-68F335A2A4B7}"/>
              </a:ext>
            </a:extLst>
          </p:cNvPr>
          <p:cNvSpPr/>
          <p:nvPr/>
        </p:nvSpPr>
        <p:spPr>
          <a:xfrm>
            <a:off x="914400" y="2942470"/>
            <a:ext cx="10424160" cy="2562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Cliente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web consume endpoints de la API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mediante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peticiones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HTTP.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Express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concentra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lógica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negocio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autenticación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validaciones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MySQL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persiste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usuarios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pacientes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citas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consentimientos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Brevo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envía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correos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automáticos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consentimiento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confirmación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Flujo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: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Usuario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-&gt; Frontend -&gt; API -&gt; Base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datos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/ Email -&gt; Respuesta.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CIS2026\imagenes\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64008"/>
            <a:ext cx="694944" cy="694944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225A4D35-1CA9-0AA2-4953-1B3E7776ED34}"/>
              </a:ext>
            </a:extLst>
          </p:cNvPr>
          <p:cNvSpPr/>
          <p:nvPr/>
        </p:nvSpPr>
        <p:spPr>
          <a:xfrm>
            <a:off x="914400" y="2166956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4. Base de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datos</a:t>
            </a:r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y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modelo</a:t>
            </a:r>
            <a:endParaRPr lang="en-US" sz="22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D89FEE8-6015-3978-1046-A7D7CEE6590D}"/>
              </a:ext>
            </a:extLst>
          </p:cNvPr>
          <p:cNvSpPr/>
          <p:nvPr/>
        </p:nvSpPr>
        <p:spPr>
          <a:xfrm>
            <a:off x="914400" y="2942470"/>
            <a:ext cx="10424160" cy="15247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Modelo principal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tabla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usuarios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con roles: familia,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profesional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admin.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Entidades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dominio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: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pacientes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citas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consentimientos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Relaciones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para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trazabilidad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flujo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clínico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administrativo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Consultas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preparadas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validación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datos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para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robustez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producción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CIS2026\imagenes\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64008"/>
            <a:ext cx="694944" cy="69494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E5D61889-D460-0645-DBDF-DBAD74D93568}"/>
              </a:ext>
            </a:extLst>
          </p:cNvPr>
          <p:cNvSpPr/>
          <p:nvPr/>
        </p:nvSpPr>
        <p:spPr>
          <a:xfrm>
            <a:off x="914400" y="2166956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5.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Seguridad</a:t>
            </a:r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aplicada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C3CDDFC2-F1FD-2F2F-8450-955F8167E0E1}"/>
              </a:ext>
            </a:extLst>
          </p:cNvPr>
          <p:cNvSpPr/>
          <p:nvPr/>
        </p:nvSpPr>
        <p:spPr>
          <a:xfrm>
            <a:off x="914400" y="2942470"/>
            <a:ext cx="10424160" cy="15247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Hash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contraseñas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con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bcrypt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Control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acceso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por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rol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rutas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protegidas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Validación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entrada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frontend y backend.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Variables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entorno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para claves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credenciales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Rotación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secretos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protección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repositorio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GitHub.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CIS2026\imagenes\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64008"/>
            <a:ext cx="694944" cy="69494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CB3E0406-440A-067B-3AA0-B6076910C952}"/>
              </a:ext>
            </a:extLst>
          </p:cNvPr>
          <p:cNvSpPr/>
          <p:nvPr/>
        </p:nvSpPr>
        <p:spPr>
          <a:xfrm>
            <a:off x="914400" y="2166956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6.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Plataformas</a:t>
            </a:r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utilizadas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87BEE93-BDF7-7BA8-1637-1884E0D4FFC4}"/>
              </a:ext>
            </a:extLst>
          </p:cNvPr>
          <p:cNvSpPr/>
          <p:nvPr/>
        </p:nvSpPr>
        <p:spPr>
          <a:xfrm>
            <a:off x="914400" y="2942470"/>
            <a:ext cx="10424160" cy="15247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GitHub: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repositorio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versionado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colaboración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Railway: hosting del backend Node.js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servicio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MySQL.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Brevo: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envío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emails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transaccionales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Brave/Chrome DevTools: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validación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peticiones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errores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producción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CIS2026\imagenes\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64008"/>
            <a:ext cx="694944" cy="69494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1C377EC5-FEDD-E42A-52FD-99CF18B74A26}"/>
              </a:ext>
            </a:extLst>
          </p:cNvPr>
          <p:cNvSpPr/>
          <p:nvPr/>
        </p:nvSpPr>
        <p:spPr>
          <a:xfrm>
            <a:off x="914400" y="2166956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7. Paso a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producción</a:t>
            </a:r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proceso</a:t>
            </a:r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despliegue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C95FC8D-0F3C-A41C-18B0-F36D5AE4CF27}"/>
              </a:ext>
            </a:extLst>
          </p:cNvPr>
          <p:cNvSpPr/>
          <p:nvPr/>
        </p:nvSpPr>
        <p:spPr>
          <a:xfrm>
            <a:off x="914400" y="2942470"/>
            <a:ext cx="10424160" cy="15247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Subida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código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a GitHub (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rama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main).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Conexion del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repositorio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al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servicio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web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Railway.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Configuración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variables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entorno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Deploy del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último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commit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verificación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logs.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Pruebas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funcionales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desde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la URL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pública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CIS2026\imagenes\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64008"/>
            <a:ext cx="694944" cy="69494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B060EDA7-DF2C-0B0E-1AEC-8FDB957D573B}"/>
              </a:ext>
            </a:extLst>
          </p:cNvPr>
          <p:cNvSpPr/>
          <p:nvPr/>
        </p:nvSpPr>
        <p:spPr>
          <a:xfrm>
            <a:off x="914400" y="2166956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8. Variables de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entorno</a:t>
            </a:r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clave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693C404-1F29-D486-B0E8-2B17A5F44D34}"/>
              </a:ext>
            </a:extLst>
          </p:cNvPr>
          <p:cNvSpPr/>
          <p:nvPr/>
        </p:nvSpPr>
        <p:spPr>
          <a:xfrm>
            <a:off x="914400" y="2942470"/>
            <a:ext cx="10424160" cy="15247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Base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datos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: MYSQLHOST, MYSQLUSER, MYSQLPASSWORD, MYSQLDATABASE.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Admin: ADMIN_EMAIL, ADMIN_PASSWORD y ADMIN_RESET_PASSWORD (temporal).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Acceso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profesional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: CODIGO_PROFESIONAL.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Email: BREVO_API_KEY y EMAIL_FROM.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Aplicación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: APP_URL y CORS_ORIGIN.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CIS2026\imagenes\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64008"/>
            <a:ext cx="694944" cy="69494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D580B591-8EEA-B21D-A22E-BEA3C5379353}"/>
              </a:ext>
            </a:extLst>
          </p:cNvPr>
          <p:cNvSpPr/>
          <p:nvPr/>
        </p:nvSpPr>
        <p:spPr>
          <a:xfrm>
            <a:off x="914400" y="2166956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9.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Incidencias</a:t>
            </a:r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reales y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resolución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771B9EB-DA87-FC24-A55B-E4DF8187EC80}"/>
              </a:ext>
            </a:extLst>
          </p:cNvPr>
          <p:cNvSpPr/>
          <p:nvPr/>
        </p:nvSpPr>
        <p:spPr>
          <a:xfrm>
            <a:off x="914400" y="2942470"/>
            <a:ext cx="10424160" cy="15247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Error 401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login admin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por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diferencias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datos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despliegue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Desfase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commits entre local,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remoto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servicio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desplegado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Push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bloqueado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por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secretos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detectados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GitHub.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Corrección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: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limpieza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secretos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ajuste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variables y redeploy final.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CIS2026\imagenes\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64008"/>
            <a:ext cx="694944" cy="69494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1A280650-62D1-17B2-A3B2-D945885D8CA3}"/>
              </a:ext>
            </a:extLst>
          </p:cNvPr>
          <p:cNvSpPr/>
          <p:nvPr/>
        </p:nvSpPr>
        <p:spPr>
          <a:xfrm>
            <a:off x="914400" y="2166956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10.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Validación</a:t>
            </a:r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final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</a:t>
            </a:r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producción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E211A7C-CB69-07B9-C033-00C3B9A5EB17}"/>
              </a:ext>
            </a:extLst>
          </p:cNvPr>
          <p:cNvSpPr/>
          <p:nvPr/>
        </p:nvSpPr>
        <p:spPr>
          <a:xfrm>
            <a:off x="914400" y="2942470"/>
            <a:ext cx="10424160" cy="15247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Acceso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admin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operativo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Registro y login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profesional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funcionando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Panel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estadísticas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cargando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correctamente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Conexión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estable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con MySQL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Railway.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Flujos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correo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transaccional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operativos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con Brevo.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CIS2026\imagenes\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64008"/>
            <a:ext cx="694944" cy="69494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F647E91D-E9C2-E27D-64C0-34E86CBF624A}"/>
              </a:ext>
            </a:extLst>
          </p:cNvPr>
          <p:cNvSpPr/>
          <p:nvPr/>
        </p:nvSpPr>
        <p:spPr>
          <a:xfrm>
            <a:off x="914400" y="2166956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11.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Conclusiones</a:t>
            </a:r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y </a:t>
            </a:r>
            <a:r>
              <a:rPr lang="en-US" sz="2200" b="1" dirty="0" err="1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siguientes</a:t>
            </a:r>
            <a:r>
              <a:rPr lang="en-US" sz="2200" b="1" dirty="0">
                <a:solidFill>
                  <a:srgbClr val="2D6D8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pasos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7A6E428-0ED1-0015-06B4-1249FA8AD3C2}"/>
              </a:ext>
            </a:extLst>
          </p:cNvPr>
          <p:cNvSpPr/>
          <p:nvPr/>
        </p:nvSpPr>
        <p:spPr>
          <a:xfrm>
            <a:off x="914400" y="2942470"/>
            <a:ext cx="10424160" cy="15247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despliegue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a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producción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se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completo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con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éxito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plataforma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quedó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accesible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online con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arquitectura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estable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Próximos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pasos: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pruebas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automatizadas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y CI/CD con checks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obligatorios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Refuerzo continuo de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seguridad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: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rotación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periódica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 claves y </a:t>
            </a:r>
            <a:r>
              <a:rPr lang="en-US" sz="2200" dirty="0" err="1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monitoreo</a:t>
            </a:r>
            <a:r>
              <a:rPr lang="en-US" sz="2200" dirty="0">
                <a:solidFill>
                  <a:srgbClr val="2C3E5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\CIS2026\imagenes\logo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032" y="64008"/>
            <a:ext cx="694944" cy="6949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603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7EC8A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Gracias</a:t>
            </a:r>
            <a:endParaRPr lang="en-US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590</Words>
  <Application>Microsoft Office PowerPoint</Application>
  <PresentationFormat>Panorámica</PresentationFormat>
  <Paragraphs>80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Lexend</vt:lpstr>
      <vt:lpstr>Lora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CIS Madrid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Despliegue a Produccion del Portal CIS</dc:title>
  <dc:subject>Deploy a produccion</dc:subject>
  <dc:creator>CIS Madrid</dc:creator>
  <cp:lastModifiedBy>Ana Sara Lafuente de Frutos</cp:lastModifiedBy>
  <cp:revision>2</cp:revision>
  <dcterms:created xsi:type="dcterms:W3CDTF">2026-04-21T18:33:53Z</dcterms:created>
  <dcterms:modified xsi:type="dcterms:W3CDTF">2026-04-21T18:51:53Z</dcterms:modified>
</cp:coreProperties>
</file>